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B96105-6D4E-4B92-8594-B41CC690B907}">
  <a:tblStyle styleId="{7FB96105-6D4E-4B92-8594-B41CC690B9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Inter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cb4ae31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7cb4ae31b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32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2319337"/>
            <a:ext cx="876109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Automating Document PDFs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b="1" i="0" lang="en-US" sz="43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Excel and SAP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843337"/>
            <a:ext cx="8343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portfolio project to reduce manual work in enterprise reporting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71525" y="4491037"/>
            <a:ext cx="95250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66800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Manual Bottleneck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66800" y="2942927"/>
            <a:ext cx="4519612" cy="10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many enterprise environments, engineers and SCM analysts must manually search, open, and review repetitive records inside legacy SAP GUI systems day in and day out.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05587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Operational Friction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05587" y="294292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Exporting PDFs individually and writing back tracking references is slow, dull, and prone to costly human typographical errors.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400175" y="415617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Repeatedly opening SAP transactions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400175" y="454997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Finding materials &amp; logs one-by-one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38962" y="390525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Hours wasted on mindless clicks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38962" y="429904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Risk of mismatched files &amp; missing logs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1799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573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3929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432286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Manual Pages to One-Click PDF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757362"/>
            <a:ext cx="511016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71525" y="2099816"/>
            <a:ext cx="5365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Automation Pipeline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2471291"/>
            <a:ext cx="511016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An intelligent, non-intrusive software assistant that bridges Excel data directly with the SAP engine: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104900" y="3087439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 Prep: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User specifies material IDs and save paths in Excel.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04900" y="3732162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SAP Connection: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Macro securely logs into SAP GUI Scripting API.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04900" y="4376886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Batch PDF: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Script automates transaction screens to save files.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04900" y="5021609"/>
            <a:ext cx="477678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 Sync: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Writes success statuses directly back to the sheet.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111251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7559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400698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5045422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the Macro Works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98400" y="1773125"/>
            <a:ext cx="5133975" cy="39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71525" y="2604789"/>
            <a:ext cx="5365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Quantified Impact</a:t>
            </a:r>
            <a:endParaRPr/>
          </a:p>
        </p:txBody>
      </p:sp>
      <p:graphicFrame>
        <p:nvGraphicFramePr>
          <p:cNvPr id="134" name="Google Shape;134;p16"/>
          <p:cNvGraphicFramePr/>
          <p:nvPr/>
        </p:nvGraphicFramePr>
        <p:xfrm>
          <a:off x="6310312" y="2347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{7FB96105-6D4E-4B92-8594-B41CC690B907}</a:tableStyleId>
              </a:tblPr>
              <a:tblGrid>
                <a:gridCol w="1228725"/>
                <a:gridCol w="1840700"/>
                <a:gridCol w="2040725"/>
              </a:tblGrid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Before (Manual)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After (Automated)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Navigation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Slow SAP GUI inputs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Instant Macro automation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Saving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"Save As" clicks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Automatic paths &amp; names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tracking entries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Auto-filled status logs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16"/>
          <p:cNvSpPr txBox="1"/>
          <p:nvPr/>
        </p:nvSpPr>
        <p:spPr>
          <a:xfrm>
            <a:off x="1104900" y="2976264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Massive Time Savings: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Reduces hours of repetitive manual printing into a single, background execution click.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04900" y="3620988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Absolute Consistency: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Standardizes naming rules, folders, and outputs without human error.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04900" y="4265711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Traceability: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Every exported file has an exact corresponding logged reference in the Master Excel Sheet.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6310312" y="281910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539037" y="281910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379743" y="281910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310312" y="3597175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539037" y="3597175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9379743" y="3597175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310312" y="4375249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539037" y="4375249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379743" y="4375249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310312" y="515332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7539037" y="515332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9379743" y="515332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000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44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89524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Value &amp; Benefits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066800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Master Parameter Sheet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66800" y="2776239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clean, structured Excel dashboard serves as the central control tower for the entire program execution: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05587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Behind-The-Scenes Loop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605587" y="2776239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When the user triggers the macro, Excel runs a background automation script that directly navigates the SAP GUI in real-time.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605587" y="378618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PDFs are seamlessly structured and generated directly inside the PC's designated local folders while the operator stays focused on higher-value analysis.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400175" y="3535263"/>
            <a:ext cx="418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A: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Material ID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400175" y="3929062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B: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Raw parameters or descriptors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400175" y="4322861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C: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Auto-logged Status (Created / N/A / Error)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400175" y="471666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D: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Exported Document ID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55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9528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4667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47404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Looks in Practice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94678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 Engine (VBA)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1917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Designed using Visual Basic for Applications to parse target document pools, handle logical branching, and write back execution statuses.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575810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SAP GUI Scripting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648200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Interfaces directly with SAP's native Scripting API, enabling the Excel macro to programmatically control standard screens, grids, and tabs.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20483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Windows OS API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27722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Utilizes low-level Windows API commands to capture print-to-PDF save prompts, auto-typing destination file paths without manual clicking.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28289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0712" y="28289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Was Built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2143125" y="246816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VBA &amp; Excel Architectures: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Building reliable, resilient macros that manipulate enterprise datasets cleanly and efficiently.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2143125" y="3112889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 System Automation: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Gaining deep practical scripting expertise with legacy ERP systems (SAP), overcoming interface constraints.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143125" y="3757612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&amp; System Design: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Analyzing real-world human bottlenecks and translating them into reliable, repeatable software solutions.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2143125" y="440233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&amp; Modular Codebase: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Organizing codebase structures into isolated logical modules for easy maintenance, extension, and deployment.</a:t>
            </a:r>
            <a:endParaRPr/>
          </a:p>
        </p:txBody>
      </p:sp>
      <p:pic>
        <p:nvPicPr>
          <p:cNvPr descr="image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9197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670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814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2614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Skills Demonstrated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1066800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Scaling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66800" y="3044576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code architecture is modularly decoupled, meaning it can be expanded to automate other core business procedures: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605587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Advanced Features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605587" y="3044576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Future development phases can add enterprise-grade reliability and communication protocols: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400175" y="405452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Expanding to sales orders, shipments, and billing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400175" y="444832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Direct cloud / Document Management system sync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938962" y="380360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Enhanced real-time error logging &amp; fail-safes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938962" y="419739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Windows system dialog or Teams status triggers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078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47213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3827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42212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This Can Go Next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2777063" y="3330590"/>
            <a:ext cx="95535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https://media.licdn.com/dms/image/v2/C4E12AQF8fb_Io9YHyA/article-cover_image-shrink_720_1280/article-cover_image-shrink_720_1280/0/1643913705813?e=2147483647&amp;v=beta&amp;t=SoCBKCyrgtjpmqvXqlk6dfCST0lafo6-SdMPMxve7hM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2777025" y="3806130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25" y="3246795"/>
            <a:ext cx="1650699" cy="8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