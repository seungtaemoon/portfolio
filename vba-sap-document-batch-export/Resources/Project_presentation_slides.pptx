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0" roundtripDataSignature="AMtx7mjeRpk5SY0XNKnYHbAOew1fsA+c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D933BC-B50A-4BFB-B1E9-065E42BD3DCA}">
  <a:tblStyle styleId="{43D933BC-B50A-4BFB-B1E9-065E42BD3DC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6" name="Google Shape;316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28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Relationship Id="rId10" Type="http://schemas.openxmlformats.org/officeDocument/2006/relationships/image" Target="../media/image10.png"/><Relationship Id="rId9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34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8.png"/><Relationship Id="rId6" Type="http://schemas.openxmlformats.org/officeDocument/2006/relationships/image" Target="../media/image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9" Type="http://schemas.openxmlformats.org/officeDocument/2006/relationships/image" Target="../media/image29.png"/><Relationship Id="rId5" Type="http://schemas.openxmlformats.org/officeDocument/2006/relationships/image" Target="../media/image19.png"/><Relationship Id="rId6" Type="http://schemas.openxmlformats.org/officeDocument/2006/relationships/image" Target="../media/image14.png"/><Relationship Id="rId7" Type="http://schemas.openxmlformats.org/officeDocument/2006/relationships/image" Target="../media/image20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9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5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8.png"/><Relationship Id="rId9" Type="http://schemas.openxmlformats.org/officeDocument/2006/relationships/image" Target="../media/image32.png"/><Relationship Id="rId5" Type="http://schemas.openxmlformats.org/officeDocument/2006/relationships/image" Target="../media/image47.png"/><Relationship Id="rId6" Type="http://schemas.openxmlformats.org/officeDocument/2006/relationships/image" Target="../media/image52.png"/><Relationship Id="rId7" Type="http://schemas.openxmlformats.org/officeDocument/2006/relationships/image" Target="../media/image25.png"/><Relationship Id="rId8" Type="http://schemas.openxmlformats.org/officeDocument/2006/relationships/image" Target="../media/image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27.png"/><Relationship Id="rId9" Type="http://schemas.openxmlformats.org/officeDocument/2006/relationships/image" Target="../media/image3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6.png"/><Relationship Id="rId8" Type="http://schemas.openxmlformats.org/officeDocument/2006/relationships/image" Target="../media/image3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37.png"/><Relationship Id="rId9" Type="http://schemas.openxmlformats.org/officeDocument/2006/relationships/image" Target="../media/image40.png"/><Relationship Id="rId5" Type="http://schemas.openxmlformats.org/officeDocument/2006/relationships/image" Target="../media/image33.png"/><Relationship Id="rId6" Type="http://schemas.openxmlformats.org/officeDocument/2006/relationships/image" Target="../media/image45.png"/><Relationship Id="rId7" Type="http://schemas.openxmlformats.org/officeDocument/2006/relationships/image" Target="../media/image53.png"/><Relationship Id="rId8" Type="http://schemas.openxmlformats.org/officeDocument/2006/relationships/image" Target="../media/image3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png"/><Relationship Id="rId4" Type="http://schemas.openxmlformats.org/officeDocument/2006/relationships/image" Target="../media/image5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5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5" Type="http://schemas.openxmlformats.org/officeDocument/2006/relationships/image" Target="../media/image46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5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17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Strict Human Governance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"AI accelerated documentation, refactoring, and design iterations while all architecture decisions, debugging, SAP integration, testing, and final implementation remained my responsibility.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9" name="Google Shape;139;p4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{43D933BC-B50A-4BFB-B1E9-065E42BD3DCA}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4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75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Converts hours of repetitive manual document exporting into a single unattended batch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6" name="Google Shape;17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Directs SAP screens to open specific PDF/Document links.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Intercepts Windows Save Dialogs to input file names automatically.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4" name="Google Shape;19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7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1387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1112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8"/>
          <p:cNvSpPr txBox="1"/>
          <p:nvPr/>
        </p:nvSpPr>
        <p:spPr>
          <a:xfrm>
            <a:off x="990600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933000" y="3756725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3700462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3700462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6410325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6410325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Employs FindWindow and low-level SendKeys API to bypass print dialog prompts, forcing path entry and saving.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9120187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9120187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8" name="Google Shape;23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0600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00462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10325" y="299471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20187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9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"Microsoft Excel is waiting for another application…"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104900" y="4217640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Implemented Windows API–based detection to identify and dismiss the Windows OLE dialog before continuing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1104900" y="534670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Instant Auto-Enter: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Detects and automatically dismisses the Windows OLE dialog when it appears before the "Save As PDF" dialog, preventing the unattended automation from stalling.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537052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9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771525" y="6467475"/>
            <a:ext cx="7029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Implemented Windows API </a:t>
            </a: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detection </a:t>
            </a: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to automatically detect and dismiss OLE dialogs during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36613" y="4662651"/>
            <a:ext cx="311467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9"/>
          <p:cNvSpPr/>
          <p:nvPr/>
        </p:nvSpPr>
        <p:spPr>
          <a:xfrm>
            <a:off x="9451300" y="3750751"/>
            <a:ext cx="1947900" cy="18834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rgbClr val="FF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“Auto-press”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pop 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0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0"/>
              <a:buFont typeface="Arial"/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Automation script - 30 seconds * 1000 PDFs = 8.3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1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2143125" y="440233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1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2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8" name="Google Shape;308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1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13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3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https://media.licdn.com/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3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https://support.central.insightsoftware.com/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6" name="Google Shape;32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