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C65697A-918B-44FF-A7E6-C17EEEAEB31E}">
  <a:tblStyle styleId="{4C65697A-918B-44FF-A7E6-C17EEEAEB31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3944d2b7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f3944d2b7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3944d2e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f3944d2e5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3944d2b7c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f3944d2b7c_0_19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3944d2e52_1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g3f3944d2e52_1_1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3944d2e52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f3944d2e52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f7cb4ae31b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7cb4ae31b_0_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31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10" Type="http://schemas.openxmlformats.org/officeDocument/2006/relationships/image" Target="../media/image6.png"/><Relationship Id="rId9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53.png"/><Relationship Id="rId8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5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25.png"/><Relationship Id="rId9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55.png"/><Relationship Id="rId7" Type="http://schemas.openxmlformats.org/officeDocument/2006/relationships/image" Target="../media/image26.png"/><Relationship Id="rId8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Relationship Id="rId7" Type="http://schemas.openxmlformats.org/officeDocument/2006/relationships/image" Target="../media/image30.png"/><Relationship Id="rId8" Type="http://schemas.openxmlformats.org/officeDocument/2006/relationships/image" Target="../media/image5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35.png"/><Relationship Id="rId9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image" Target="../media/image36.png"/><Relationship Id="rId7" Type="http://schemas.openxmlformats.org/officeDocument/2006/relationships/image" Target="../media/image48.png"/><Relationship Id="rId8" Type="http://schemas.openxmlformats.org/officeDocument/2006/relationships/image" Target="../media/image3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9" Type="http://schemas.openxmlformats.org/officeDocument/2006/relationships/image" Target="../media/image43.png"/><Relationship Id="rId5" Type="http://schemas.openxmlformats.org/officeDocument/2006/relationships/image" Target="../media/image32.png"/><Relationship Id="rId6" Type="http://schemas.openxmlformats.org/officeDocument/2006/relationships/image" Target="../media/image42.png"/><Relationship Id="rId7" Type="http://schemas.openxmlformats.org/officeDocument/2006/relationships/image" Target="../media/image54.png"/><Relationship Id="rId8" Type="http://schemas.openxmlformats.org/officeDocument/2006/relationships/image" Target="../media/image4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4.png"/><Relationship Id="rId4" Type="http://schemas.openxmlformats.org/officeDocument/2006/relationships/image" Target="../media/image5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5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50.png"/><Relationship Id="rId9" Type="http://schemas.openxmlformats.org/officeDocument/2006/relationships/image" Target="../media/image59.png"/><Relationship Id="rId5" Type="http://schemas.openxmlformats.org/officeDocument/2006/relationships/image" Target="../media/image52.png"/><Relationship Id="rId6" Type="http://schemas.openxmlformats.org/officeDocument/2006/relationships/image" Target="../media/image46.png"/><Relationship Id="rId7" Type="http://schemas.openxmlformats.org/officeDocument/2006/relationships/image" Target="../media/image45.png"/><Relationship Id="rId8" Type="http://schemas.openxmlformats.org/officeDocument/2006/relationships/image" Target="../media/image6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4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/>
          </a:p>
        </p:txBody>
      </p:sp>
      <p:pic>
        <p:nvPicPr>
          <p:cNvPr descr="image.png" id="103" name="Google Shape;10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Strict Human Governance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200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AI accelerated documentation, refactoring, and design iterations while all architecture decisions, debugging, SAP integration, testing, and final implementation remained my responsibility. </a:t>
            </a: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5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/>
          </a:p>
        </p:txBody>
      </p:sp>
      <p:graphicFrame>
        <p:nvGraphicFramePr>
          <p:cNvPr id="139" name="Google Shape;139;p16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{4C65697A-918B-44FF-A7E6-C17EEEAEB31E}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16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 </a:t>
            </a: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Reduces hours of repetitive manual printing into a single, background execution click.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7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/>
          </a:p>
        </p:txBody>
      </p:sp>
      <p:pic>
        <p:nvPicPr>
          <p:cNvPr descr="image.png" id="176" name="Google Shape;17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Directs SAP screens to open specific PDF/Document links.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Intercepts Windows Save Dialogs to input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file names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automatically.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/>
          </a:p>
        </p:txBody>
      </p:sp>
      <p:pic>
        <p:nvPicPr>
          <p:cNvPr descr="image.png" id="194" name="Google Shape;19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/>
          </a:p>
        </p:txBody>
      </p:sp>
      <p:pic>
        <p:nvPicPr>
          <p:cNvPr id="201" name="Google Shape;201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/>
          </a:p>
        </p:txBody>
      </p:sp>
      <p:pic>
        <p:nvPicPr>
          <p:cNvPr descr="image.png" id="216" name="Google Shape;21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9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/>
          </a:p>
        </p:txBody>
      </p:sp>
      <p:sp>
        <p:nvSpPr>
          <p:cNvPr id="220" name="Google Shape;220;p19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1387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1112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990600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933000" y="3756725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3700462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3700462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410325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410325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Employs FindWindow and low-level SendKeys API to bypass print dialog prompts, forcing path entry and saving.</a:t>
            </a:r>
            <a:endParaRPr/>
          </a:p>
        </p:txBody>
      </p:sp>
      <p:sp>
        <p:nvSpPr>
          <p:cNvPr id="236" name="Google Shape;236;p20"/>
          <p:cNvSpPr txBox="1"/>
          <p:nvPr/>
        </p:nvSpPr>
        <p:spPr>
          <a:xfrm>
            <a:off x="9120187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9120187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/>
          </a:p>
        </p:txBody>
      </p:sp>
      <p:pic>
        <p:nvPicPr>
          <p:cNvPr descr="image.png" id="238" name="Google Shape;23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0600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00462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10325" y="299471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20187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0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/>
          </a:p>
        </p:txBody>
      </p:sp>
      <p:sp>
        <p:nvSpPr>
          <p:cNvPr id="243" name="Google Shape;243;p20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Microsoft Excel is waiting for another application…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1104900" y="4217640"/>
            <a:ext cx="4776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</a:t>
            </a: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Implemented Windows API–based dialog detection to automatically handle native OLE and "Save As PDF" dialogs, enabling reliable unattended SAP document exports despite Windows modal dialogs.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1104900" y="534670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Instant Auto-Enter: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Detects and handles the PDF printer save dialog in under 2 seconds, resolving the freeze and completely avoiding OLE timeout thresholds.</a:t>
            </a:r>
            <a:endParaRPr/>
          </a:p>
        </p:txBody>
      </p:sp>
      <p:pic>
        <p:nvPicPr>
          <p:cNvPr descr="image.png" id="256" name="Google Shape;25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537052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1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/>
          </a:p>
        </p:txBody>
      </p:sp>
      <p:sp>
        <p:nvSpPr>
          <p:cNvPr id="261" name="Google Shape;261;p21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771525" y="6467475"/>
            <a:ext cx="7029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Implemented Windows API polling to automatically detect and dismiss OLE dialogs during unattended SAP automation. </a:t>
            </a:r>
            <a:endParaRPr/>
          </a:p>
        </p:txBody>
      </p:sp>
      <p:pic>
        <p:nvPicPr>
          <p:cNvPr id="263" name="Google Shape;263;p2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36613" y="4662651"/>
            <a:ext cx="311467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/>
          <p:nvPr/>
        </p:nvSpPr>
        <p:spPr>
          <a:xfrm>
            <a:off x="9451300" y="3750751"/>
            <a:ext cx="1947900" cy="18834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rgbClr val="FF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“Auto-press”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pop up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2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/>
          </a:p>
        </p:txBody>
      </p:sp>
      <p:sp>
        <p:nvSpPr>
          <p:cNvPr id="273" name="Google Shape;273;p22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/>
          </a:p>
        </p:txBody>
      </p:sp>
      <p:sp>
        <p:nvSpPr>
          <p:cNvPr id="274" name="Google Shape;274;p22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Automation script - 30 seconds * 1000 PDFs = 8.3 hours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/>
          </a:p>
        </p:txBody>
      </p:sp>
      <p:sp>
        <p:nvSpPr>
          <p:cNvPr id="277" name="Google Shape;277;p22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3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/>
          </a:p>
        </p:txBody>
      </p:sp>
      <p:sp>
        <p:nvSpPr>
          <p:cNvPr id="285" name="Google Shape;285;p23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2143125" y="440233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/>
          </a:p>
        </p:txBody>
      </p:sp>
      <p:pic>
        <p:nvPicPr>
          <p:cNvPr descr="image.png" id="287" name="Google Shape;28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3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/>
          </a:p>
        </p:txBody>
      </p:sp>
      <p:sp>
        <p:nvSpPr>
          <p:cNvPr id="292" name="Google Shape;292;p23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4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/>
          </a:p>
        </p:txBody>
      </p:sp>
      <p:sp>
        <p:nvSpPr>
          <p:cNvPr id="301" name="Google Shape;301;p24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/>
          </a:p>
        </p:txBody>
      </p:sp>
      <p:sp>
        <p:nvSpPr>
          <p:cNvPr id="302" name="Google Shape;302;p24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/>
          </a:p>
        </p:txBody>
      </p:sp>
      <p:sp>
        <p:nvSpPr>
          <p:cNvPr id="303" name="Google Shape;303;p24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/>
          </a:p>
        </p:txBody>
      </p:sp>
      <p:sp>
        <p:nvSpPr>
          <p:cNvPr id="305" name="Google Shape;305;p24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/>
          </a:p>
        </p:txBody>
      </p:sp>
      <p:sp>
        <p:nvSpPr>
          <p:cNvPr id="306" name="Google Shape;306;p24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/>
          </a:p>
        </p:txBody>
      </p:sp>
      <p:sp>
        <p:nvSpPr>
          <p:cNvPr id="307" name="Google Shape;307;p24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/>
          </a:p>
        </p:txBody>
      </p:sp>
      <p:pic>
        <p:nvPicPr>
          <p:cNvPr descr="image.png" id="308" name="Google Shape;30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/>
          </a:p>
        </p:txBody>
      </p:sp>
      <p:sp>
        <p:nvSpPr>
          <p:cNvPr id="313" name="Google Shape;313;p2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5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sz="1000"/>
          </a:p>
        </p:txBody>
      </p:sp>
      <p:sp>
        <p:nvSpPr>
          <p:cNvPr id="320" name="Google Shape;320;p25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5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sz="1000"/>
          </a:p>
        </p:txBody>
      </p:sp>
      <p:sp>
        <p:nvSpPr>
          <p:cNvPr id="325" name="Google Shape;325;p25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</a:t>
            </a:r>
            <a:endParaRPr sz="1200"/>
          </a:p>
        </p:txBody>
      </p:sp>
      <p:pic>
        <p:nvPicPr>
          <p:cNvPr id="326" name="Google Shape;326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