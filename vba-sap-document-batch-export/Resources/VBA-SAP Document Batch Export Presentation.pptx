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Inter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hyperlink" Target="https://github.com/seungtaemoon/Portfolio/tree/master/vba-sap-document-batch-export" TargetMode="External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2478583"/>
            <a:ext cx="7570946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VBA-SAP Document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Batch Export Tool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3901380"/>
            <a:ext cx="72104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Process automation &amp; workflow optimization using SAP GUI Scripting API.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771525" y="2585144"/>
            <a:ext cx="7620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71525" y="2861369"/>
            <a:ext cx="1057132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Core Operational Bottleneck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71525" y="3794819"/>
            <a:ext cx="100679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How manual overhead in heavy ERP execution hinders SCM efficiency and burns precious team hours.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23244"/>
            <a:ext cx="5133975" cy="236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23244"/>
            <a:ext cx="5133975" cy="236398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114425" y="2966144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Manual Grind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114425" y="3404294"/>
            <a:ext cx="44481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Procurement teams waste massive chunks of their daily schedules clicking through complex SAP GUI screens, manually processing Purchase Orders and invoices one by one.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29400" y="2966144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Data Integration Gap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29400" y="3404294"/>
            <a:ext cx="44481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Traditional operations lack a scalable interface to bridge Excel-based parameter schedules with heavy SAP databases, leading to execution delays and data silos.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581025"/>
            <a:ext cx="1098137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Bottleneck Breakdown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71525" y="581025"/>
            <a:ext cx="47625" cy="4667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38362"/>
            <a:ext cx="51339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1152525" y="2138362"/>
            <a:ext cx="47529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Automated Extraction:</a:t>
            </a: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Bypasses manual SAP navigations using secure background Windows GUI Scripting API.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152525" y="2877442"/>
            <a:ext cx="47529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Zero Manual Clicks:</a:t>
            </a: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Iteratively loops through Excel tables to auto-download and archive documents.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152525" y="3616523"/>
            <a:ext cx="47529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Process Integrity:</a:t>
            </a: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Standardizes file naming rules while logging exact download statuses directly to spreadsheets.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152525" y="4629894"/>
            <a:ext cx="47529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Strategic Focus:</a:t>
            </a: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Eliminates tedious clicks, freeing up analyst hours to focus on predictive SCM insights.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1621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90125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64033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653706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62025" y="581025"/>
            <a:ext cx="1098137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Unlocking Automation Value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771525" y="581025"/>
            <a:ext cx="47625" cy="4667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6500" y="2162175"/>
            <a:ext cx="5133975" cy="33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771525" y="3786187"/>
            <a:ext cx="10648950" cy="38100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712957" y="4043362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Data Input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71525" y="4414837"/>
            <a:ext cx="23427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Parameters (PO/Inv numbers, paths) are populated in Excel.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481607" y="2595562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SAP Login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3540174" y="2967037"/>
            <a:ext cx="23427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VBA connects and initiates the SAP GUI Scripting engine.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250256" y="4043362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Retrieval Loop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308824" y="4414837"/>
            <a:ext cx="23427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Script navigates transactions (ME22N/FB03) sequentially.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018906" y="2595562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Export &amp; Notify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077473" y="2967037"/>
            <a:ext cx="23427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System auto-saves PDFs and triggers Windows OS popup.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2025" y="581025"/>
            <a:ext cx="1098137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 Batch Export Workflow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771525" y="581025"/>
            <a:ext cx="47625" cy="4667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847626" y="37099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616276" y="37099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384925" y="37099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10153575" y="37099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32B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28912"/>
            <a:ext cx="425946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1162050" y="3119437"/>
            <a:ext cx="347841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80%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162050" y="4262437"/>
            <a:ext cx="34784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Time Saved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507235" y="2757487"/>
            <a:ext cx="66847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Unlocking Operational Excellence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507235" y="3195637"/>
            <a:ext cx="638934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By automating the manual extraction cycle, this tool completely replaces repetitive administrative workflows with zero-latency software automation.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507235" y="3887092"/>
            <a:ext cx="638934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This directly translates into massive time savings, absolute file standardization, zero typographical errors, and a streamlined procurement operations model ready for enterprise scale.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62025" y="581025"/>
            <a:ext cx="1098137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Impact Metrics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771525" y="581025"/>
            <a:ext cx="47625" cy="4667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05301" y="581025"/>
            <a:ext cx="1118139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 Source on </a:t>
            </a:r>
            <a:r>
              <a:rPr b="1" i="0" lang="en-US" sz="600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71525" y="1695450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Explore, customize, and implement the automation codebase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71525" y="2489745"/>
            <a:ext cx="1064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-US" sz="1500" u="sng" cap="none" strike="noStrike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seungtaemoon/Portfolio/vba-sap-document-batch-export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96050" y="250999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2777063" y="3330590"/>
            <a:ext cx="95535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https://media.licdn.com/dms/image/v2/C4E12AQF8fb_Io9YHyA/article-cover_image-shrink_720_1280/article-cover_image-shrink_720_1280/0/1643913705813?e=2147483647&amp;v=beta&amp;t=SoCBKCyrgtjpmqvXqlk6dfCST0lafo6-SdMPMxve7hM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2777025" y="3806130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962025" y="581025"/>
            <a:ext cx="1098137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771525" y="581025"/>
            <a:ext cx="47625" cy="4667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925" y="3246795"/>
            <a:ext cx="1650699" cy="8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