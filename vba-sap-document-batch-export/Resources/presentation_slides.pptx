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0" roundtripDataSignature="AMtx7mhyiUhKV9Ty1C/g/PphhfG7cEad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D5DEEE-EF25-4DA9-9336-A3494149427C}">
  <a:tblStyle styleId="{2BD5DEEE-EF25-4DA9-9336-A3494149427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6" name="Google Shape;29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7" name="Google Shape;317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image" Target="../media/image15.png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10" Type="http://schemas.openxmlformats.org/officeDocument/2006/relationships/image" Target="../media/image7.png"/><Relationship Id="rId9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38.png"/><Relationship Id="rId8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55.png"/><Relationship Id="rId6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image" Target="../media/image13.png"/><Relationship Id="rId7" Type="http://schemas.openxmlformats.org/officeDocument/2006/relationships/image" Target="../media/image23.png"/><Relationship Id="rId8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27.png"/><Relationship Id="rId9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43.png"/><Relationship Id="rId9" Type="http://schemas.openxmlformats.org/officeDocument/2006/relationships/image" Target="../media/image30.png"/><Relationship Id="rId5" Type="http://schemas.openxmlformats.org/officeDocument/2006/relationships/image" Target="../media/image47.png"/><Relationship Id="rId6" Type="http://schemas.openxmlformats.org/officeDocument/2006/relationships/image" Target="../media/image53.png"/><Relationship Id="rId7" Type="http://schemas.openxmlformats.org/officeDocument/2006/relationships/image" Target="../media/image29.png"/><Relationship Id="rId8" Type="http://schemas.openxmlformats.org/officeDocument/2006/relationships/image" Target="../media/image5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34.png"/><Relationship Id="rId10" Type="http://schemas.openxmlformats.org/officeDocument/2006/relationships/image" Target="../media/image49.png"/><Relationship Id="rId9" Type="http://schemas.openxmlformats.org/officeDocument/2006/relationships/image" Target="../media/image46.png"/><Relationship Id="rId5" Type="http://schemas.openxmlformats.org/officeDocument/2006/relationships/image" Target="../media/image26.png"/><Relationship Id="rId6" Type="http://schemas.openxmlformats.org/officeDocument/2006/relationships/image" Target="../media/image31.png"/><Relationship Id="rId7" Type="http://schemas.openxmlformats.org/officeDocument/2006/relationships/image" Target="../media/image36.png"/><Relationship Id="rId8" Type="http://schemas.openxmlformats.org/officeDocument/2006/relationships/image" Target="../media/image3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39.png"/><Relationship Id="rId5" Type="http://schemas.openxmlformats.org/officeDocument/2006/relationships/image" Target="../media/image33.png"/><Relationship Id="rId6" Type="http://schemas.openxmlformats.org/officeDocument/2006/relationships/image" Target="../media/image37.png"/><Relationship Id="rId7" Type="http://schemas.openxmlformats.org/officeDocument/2006/relationships/image" Target="../media/image3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5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5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44.png"/><Relationship Id="rId9" Type="http://schemas.openxmlformats.org/officeDocument/2006/relationships/image" Target="../media/image48.png"/><Relationship Id="rId5" Type="http://schemas.openxmlformats.org/officeDocument/2006/relationships/image" Target="../media/image45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5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Relationship Id="rId4" Type="http://schemas.openxmlformats.org/officeDocument/2006/relationships/image" Target="../media/image22.png"/><Relationship Id="rId5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Engineering Ownership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"AI accelerated documentation, refactoring, and design iterations while all architecture decisions, debugging, SAP integration, testing, and final implementation remained my responsibility.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9" name="Google Shape;139;p4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{2BD5DEEE-EF25-4DA9-9336-A3494149427C}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4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75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Converts hours of repetitive manual document exporting into a single unattended batch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6" name="Google Shape;17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Navigates SAP GUI screens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to open specific PDF/Document links.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Automates Windows Save As dialogs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to input file names automatically.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4" name="Google Shape;19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7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35850" y="1157743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36312" y="1157743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42100" y="369821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98862" y="369821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8"/>
          <p:cNvSpPr txBox="1"/>
          <p:nvPr/>
        </p:nvSpPr>
        <p:spPr>
          <a:xfrm>
            <a:off x="1554925" y="1862593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1497325" y="2167399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5055387" y="1862593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5055387" y="2167393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3261175" y="440306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3261175" y="4707869"/>
            <a:ext cx="20811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Uses Windows API and SendKeys to automate the Save As dialog during PDF export.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6917937" y="440306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6917937" y="470786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8" name="Google Shape;23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54925" y="1405393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55387" y="1405393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261175" y="394586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17937" y="394586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5" name="Google Shape;24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36787" y="1157744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8"/>
          <p:cNvSpPr txBox="1"/>
          <p:nvPr/>
        </p:nvSpPr>
        <p:spPr>
          <a:xfrm>
            <a:off x="8555862" y="1862594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</a:t>
            </a:r>
            <a:r>
              <a:rPr lang="en-US" sz="135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OLE_Shield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8555838" y="2167375"/>
            <a:ext cx="2249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Provides temporary OLE message handling during long-running SAP GUI automation to improve unattended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5825" y="1376340"/>
            <a:ext cx="361950" cy="343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9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"Microsoft Excel is waiting for another application…"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1104900" y="4217640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Implemented Windows API–based dialog management to identify and dismiss the Windows OLE dialog before continuing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9" name="Google Shape;2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9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71525" y="6467475"/>
            <a:ext cx="7759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Implemented Windows AP</a:t>
            </a: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I-based dialog</a:t>
            </a: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management </a:t>
            </a: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to detect and dismiss OLE dialogs during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0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0"/>
              <a:buFont typeface="Arial"/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Automated workflow – 30 seconds × 1000 PDFs = about 8.3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1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2143125" y="4402335"/>
            <a:ext cx="8239200" cy="11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 b="0" i="0" sz="1275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lang="en-US" sz="1275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Key Takeaway: </a:t>
            </a:r>
            <a:r>
              <a:rPr lang="en-US" sz="1275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Demonstrating how software engineering and process automation can eliminate repetitive work in enterprise operations without requiring modifications to existing ERP systems. </a:t>
            </a:r>
            <a:endParaRPr sz="1275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287" name="Google Shape;28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1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3" name="Google Shape;29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5070873"/>
            <a:ext cx="21907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8" name="Google Shape;29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0" name="Google Shape;30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2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2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9" name="Google Shape;309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3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https://media.licdn.com/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4" name="Google Shape;32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13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https://support.central.insightsoftware.com/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7" name="Google Shape;327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